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SignalRisk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Decision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22876" y="3383280"/>
            <a:ext cx="27432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Product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intelligence for emerging markets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telco + device + behavioral signals in a single API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p99 decision latency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wallet &amp; carrier billing fraud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$32B+ annual fraud in emerging market digital payments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 fraud growing 45% YoY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carrier billing fraud solution exists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solutions lack telco signals &amp; local patterns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SDKs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 for risk decisions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&lt;100KB web SDK footprint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callbacks for async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14516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16-page analyst dashboard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 with SLA tracking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editor with custom DSL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live feed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48756" y="1188720"/>
            <a:ext cx="0" cy="5120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08792" cy="5212080"/>
          </a:xfrm>
          <a:prstGeom prst="rect">
            <a:avLst>
              <a:gd name="adj" fmla="val 17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6015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SignalRisk — 15 Microservices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Clients (Web SDK / Mobile SDK / REST API)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+-------------------+      +--------------------+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auth-service    |-----&gt;|  event-collector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(RS256 JWT)     |      |  (API key auth)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+-------------------+      +--------------------+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Kafka KRaft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+----------------------------------------------------------+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                 decision-service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+-----------+ +-----------+ +-----------+ +-----------+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| device    | | velocity  | | behavioral| | network   |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| intel     | | service   | | analytics | | intel     |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+-----------+ +-----------+ +-----------+ +-----------+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+-----------+ +-----------+       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| telco     | | graph     |   21 DSL Rules Evaluated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| intel     | | intel     |   Score: 0-100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+-----------+ +-----------+       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+----------------------------------------------------------+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           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v            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+-------------------+      +--------------------+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case-service    |      |  webhook-service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  (SLA tracking)  |      |  (HMAC callbacks)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+-------------------+      +--------------------+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parallel signal fetches (device, velocity, behavioral, network, telco, graph)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DSL rules evaluated per decision (10 base + 5 stateful + 3 sequence + 3 graph)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thresholds: &gt;=70 BLOCK  |  40-69 REVIEW  |  &lt;40 ALLOW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pattern: 3 failures -&gt; 30s OPEN state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signal timeout = null, decision continues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cache: Redis-backed with 5-second TTL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Fraud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entity model: customer, device, and IP as first-class entities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Prior-decision memory with 30-day lookback (50ms timeout + circuit breaker)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profiles with durable state (auto-updated on each decision)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detection: 3 patterns (login-&gt;payment, failed*3-&gt;success, device_change-&gt;payment)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enrichment: fraud ring scoring via Neo4j traversals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snapshots for ML-ready data export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Fraud 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08792" cy="5212080"/>
          </a:xfrm>
          <a:prstGeom prst="rect">
            <a:avLst>
              <a:gd name="adj" fmla="val 17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6015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 Payment Event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+--------+---------+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        +---------------------+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Decision Engine  |-------&gt;|  Webhook Callback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(21 DSL Rules)   |        |  (HMAC-SHA256)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+--------+---------+        +---------------------+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 Case Created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 (BLOCK/REVIEW)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+--------+---------+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        +---------------------+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Analyst Labels   |-------&gt;|  Kafka STATE_LABELS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(fraud / legit)  |        |  (feedback topic)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+--------+---------+        +---------------------+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Watchlist Update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(deny/allow/watch)|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+--------+---------+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v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Next Decision    |&lt;--- Entity checked against watchlist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| BLOCK if denied  |     at decision time (closed loop)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+------------------+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Tenant Isolation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tenant context (RS256 asymmetric)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Row-Level Security (RLS)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 namespace isolation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partition-based tenancy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room-based isolation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14516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JWT with JWKS endpoint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DB-backed operator login (bcrypt)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webhook signatures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denylist (fail-closed on Redis down)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(Redis Lua script)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48756" y="1188720"/>
            <a:ext cx="0" cy="5120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UX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9994392" cy="45720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0350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monitoring dashboard with KPI cards, decision trends, and live event stream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Install SDK (5 minutes)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Evaluate Risk (1 API call)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Act on Decision (ALLOW / REVIEW / BLOCK)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value: 24 hours from signup to production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channels: Web SDK + Mobile SDK + REST API + Webhooks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Testing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passing (71 suites)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Playwright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G1-G8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defined &amp; enforced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FraudTester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AI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DSL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base + 5 stateful + 3 seq + 3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execution plan — all 8 core steps complete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maturity Level 4/5 (8.2/10 readiness score)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 sprints delivered from scratch (single developer)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database migrations + 16 Architecture Decision Records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P0 critical fixes applied and verified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closed-loop fraud cycle operational end-to-end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&amp; KPIs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p99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req/s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 req/s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 (staging)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Suite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&lt;60s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2181758"/>
                <a:gridCol w="2181758"/>
                <a:gridCol w="2181758"/>
                <a:gridCol w="2181758"/>
                <a:gridCol w="218175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Sardine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Telco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Intel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Market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225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Infra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 20)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Row-Level Security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(cache + state)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KRaft (event streaming)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(graph database)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14516" y="1737360"/>
            <a:ext cx="504291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Zustand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(19 containers)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Helm ready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48756" y="1188720"/>
            <a:ext cx="0" cy="5120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4 infra + 15 app containers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Dockerfile with ~28s build time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Helm chart with Horizontal Pod Autoscaler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path: 5M -&gt; 50M -&gt; 500M+ events/month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 ready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GitOps pipeline for production deployments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closure: staging validation + evidence refresh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service integration (gRPC sidecar)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causal clustering for production graph workloads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production deployment with autoscaling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+ ML-based scoring models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 enhancements for React Native &amp; Flutter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Governance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4303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workstreams (Alpha through Golf) — cross-functional ownership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automated skills for development workflows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G1-G8 enforced per sprint exit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sprint exit process with artifact generation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(ADR-001 through ADR-016)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checklist enforced per pull request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22876" y="3383280"/>
            <a:ext cx="27432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github.com/mytechsonamy/SignalRisk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SignalRisk - Real-time Fraud Decision Engine</dc:title>
  <dc:subject>Technical &amp; Product Overview</dc:subject>
  <dc:creator>SignalRisk</dc:creator>
  <cp:lastModifiedBy>SignalRisk</cp:lastModifiedBy>
  <cp:revision>1</cp:revision>
  <dcterms:created xsi:type="dcterms:W3CDTF">2026-03-13T06:47:58Z</dcterms:created>
  <dcterms:modified xsi:type="dcterms:W3CDTF">2026-03-13T06:47:58Z</dcterms:modified>
</cp:coreProperties>
</file>